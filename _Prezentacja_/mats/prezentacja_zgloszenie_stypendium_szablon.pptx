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9"/>
  </p:notesMasterIdLst>
  <p:handoutMasterIdLst>
    <p:handoutMasterId r:id="rId10"/>
  </p:handoutMasterIdLst>
  <p:sldIdLst>
    <p:sldId id="899" r:id="rId2"/>
    <p:sldId id="915" r:id="rId3"/>
    <p:sldId id="1241" r:id="rId4"/>
    <p:sldId id="1244" r:id="rId5"/>
    <p:sldId id="1245" r:id="rId6"/>
    <p:sldId id="1246" r:id="rId7"/>
    <p:sldId id="954" r:id="rId8"/>
  </p:sldIdLst>
  <p:sldSz cx="9144000" cy="6858000" type="screen4x3"/>
  <p:notesSz cx="6735763" cy="9866313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4F69101B-BA8B-E348-A578-6F92FF2AAA7D}">
          <p14:sldIdLst>
            <p14:sldId id="899"/>
            <p14:sldId id="915"/>
            <p14:sldId id="1241"/>
            <p14:sldId id="1244"/>
            <p14:sldId id="1245"/>
            <p14:sldId id="1246"/>
            <p14:sldId id="9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ieszka Kapela" initials="" lastIdx="0" clrIdx="0"/>
  <p:cmAuthor id="2" name="Kwiatkowska Joanna" initials="" lastIdx="0" clrIdx="1"/>
  <p:cmAuthor id="3" name="Grzesiek Daria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C4C"/>
    <a:srgbClr val="7896CF"/>
    <a:srgbClr val="FFFFFF"/>
    <a:srgbClr val="B4A0AA"/>
    <a:srgbClr val="EA7C5A"/>
    <a:srgbClr val="E37B5C"/>
    <a:srgbClr val="6ABA9C"/>
    <a:srgbClr val="FED542"/>
    <a:srgbClr val="645A5A"/>
    <a:srgbClr val="965F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53"/>
    <p:restoredTop sz="94141" autoAdjust="0"/>
  </p:normalViewPr>
  <p:slideViewPr>
    <p:cSldViewPr>
      <p:cViewPr>
        <p:scale>
          <a:sx n="110" d="100"/>
          <a:sy n="110" d="100"/>
        </p:scale>
        <p:origin x="1664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FF1E9-D4D3-4877-9D32-1485E24D0223}" type="datetimeFigureOut">
              <a:rPr lang="pl-PL" smtClean="0"/>
              <a:pPr/>
              <a:t>14.10.2020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D4466-438E-4866-A107-85BD60AFCAAF}" type="slidenum">
              <a:rPr lang="pl-PL" smtClean="0"/>
              <a:pPr/>
              <a:t>‹nr›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464771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48C750-AFEC-4E64-8778-7F14F6BC43F8}" type="datetimeFigureOut">
              <a:rPr lang="pl-PL" smtClean="0"/>
              <a:pPr/>
              <a:t>14.10.2020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74B85-F1F3-491A-B829-7A04AF5511FC}" type="slidenum">
              <a:rPr lang="pl-PL" smtClean="0"/>
              <a:pPr/>
              <a:t>‹nr›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08712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374B85-F1F3-491A-B829-7A04AF5511FC}" type="slidenum">
              <a:rPr kumimoji="0" lang="pl-P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l-P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8666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74B85-F1F3-491A-B829-7A04AF5511FC}" type="slidenum">
              <a:rPr lang="pl-PL" smtClean="0"/>
              <a:pPr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8149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74B85-F1F3-491A-B829-7A04AF5511FC}" type="slidenum">
              <a:rPr lang="pl-PL" smtClean="0"/>
              <a:pPr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5266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74B85-F1F3-491A-B829-7A04AF5511FC}" type="slidenum">
              <a:rPr lang="pl-PL" smtClean="0"/>
              <a:pPr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3433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74B85-F1F3-491A-B829-7A04AF5511FC}" type="slidenum">
              <a:rPr lang="pl-PL" smtClean="0"/>
              <a:pPr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81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B65E-CDEC-4C56-B1DB-979987C05A64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14.10.2020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35A8-3F79-4295-99E5-7CAF8F86F767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‹nr›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26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B65E-CDEC-4C56-B1DB-979987C05A64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14.10.2020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35A8-3F79-4295-99E5-7CAF8F86F767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‹nr›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005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B65E-CDEC-4C56-B1DB-979987C05A64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14.10.2020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35A8-3F79-4295-99E5-7CAF8F86F767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‹nr›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85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B65E-CDEC-4C56-B1DB-979987C05A64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14.10.2020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35A8-3F79-4295-99E5-7CAF8F86F767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‹nr›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063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B65E-CDEC-4C56-B1DB-979987C05A64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14.10.2020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35A8-3F79-4295-99E5-7CAF8F86F767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‹nr›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47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B65E-CDEC-4C56-B1DB-979987C05A64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14.10.2020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35A8-3F79-4295-99E5-7CAF8F86F767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‹nr›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13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B65E-CDEC-4C56-B1DB-979987C05A64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14.10.2020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35A8-3F79-4295-99E5-7CAF8F86F767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‹nr›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83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B65E-CDEC-4C56-B1DB-979987C05A64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14.10.2020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35A8-3F79-4295-99E5-7CAF8F86F767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‹nr›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73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B65E-CDEC-4C56-B1DB-979987C05A64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14.10.2020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35A8-3F79-4295-99E5-7CAF8F86F767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‹nr›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9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B65E-CDEC-4C56-B1DB-979987C05A64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14.10.2020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35A8-3F79-4295-99E5-7CAF8F86F767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‹nr›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459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B65E-CDEC-4C56-B1DB-979987C05A64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14.10.2020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035A8-3F79-4295-99E5-7CAF8F86F767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‹nr›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61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7C5A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BB65E-CDEC-4C56-B1DB-979987C05A64}" type="datetimeFigureOut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14.10.2020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035A8-3F79-4295-99E5-7CAF8F86F767}" type="slidenum">
              <a:rPr lang="pl-PL" smtClean="0">
                <a:solidFill>
                  <a:prstClr val="black">
                    <a:tint val="75000"/>
                  </a:prstClr>
                </a:solidFill>
              </a:rPr>
              <a:pPr/>
              <a:t>‹nr›</a:t>
            </a:fld>
            <a:endParaRPr lang="pl-P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339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96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symbol_PL_bial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88224" y="884837"/>
            <a:ext cx="2330709" cy="5088327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469776" y="2492896"/>
            <a:ext cx="6694512" cy="1470025"/>
          </a:xfrm>
        </p:spPr>
        <p:txBody>
          <a:bodyPr>
            <a:normAutofit fontScale="90000"/>
          </a:bodyPr>
          <a:lstStyle/>
          <a:p>
            <a:pPr algn="l"/>
            <a:r>
              <a:rPr lang="pl-PL" b="1" dirty="0" smtClean="0">
                <a:solidFill>
                  <a:srgbClr val="3C3C4C"/>
                </a:solidFill>
                <a:latin typeface="Calibri" charset="0"/>
                <a:ea typeface="Calibri" charset="0"/>
                <a:cs typeface="Calibri" charset="0"/>
              </a:rPr>
              <a:t>Stypendium pod choinkę</a:t>
            </a:r>
            <a:r>
              <a:rPr lang="pl-PL" sz="2400" dirty="0">
                <a:solidFill>
                  <a:srgbClr val="3C3C4C"/>
                </a:solidFill>
                <a:latin typeface="Calibri" charset="0"/>
                <a:ea typeface="Calibri" charset="0"/>
                <a:cs typeface="Calibri" charset="0"/>
              </a:rPr>
              <a:t/>
            </a:r>
            <a:br>
              <a:rPr lang="pl-PL" sz="2400" dirty="0">
                <a:solidFill>
                  <a:srgbClr val="3C3C4C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pl-PL" sz="2400" dirty="0" smtClean="0">
                <a:solidFill>
                  <a:srgbClr val="3C3C4C"/>
                </a:solidFill>
                <a:latin typeface="Calibri" charset="0"/>
                <a:ea typeface="Calibri" charset="0"/>
                <a:cs typeface="Calibri" charset="0"/>
              </a:rPr>
              <a:t/>
            </a:r>
            <a:br>
              <a:rPr lang="pl-PL" sz="2400" dirty="0" smtClean="0">
                <a:solidFill>
                  <a:srgbClr val="3C3C4C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pl-PL" sz="2700" dirty="0" smtClean="0">
                <a:solidFill>
                  <a:srgbClr val="3C3C4C"/>
                </a:solidFill>
                <a:latin typeface="Calibri" charset="0"/>
                <a:ea typeface="Calibri" charset="0"/>
                <a:cs typeface="Calibri" charset="0"/>
              </a:rPr>
              <a:t>zgłoszenie</a:t>
            </a:r>
            <a:endParaRPr lang="pl-PL" sz="2700" dirty="0">
              <a:solidFill>
                <a:srgbClr val="3C3C4C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6" name="Picture 2" descr="image2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548680"/>
            <a:ext cx="2160240" cy="721964"/>
          </a:xfrm>
          <a:prstGeom prst="rect">
            <a:avLst/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2914794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96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469776" y="2492896"/>
            <a:ext cx="3886200" cy="3456384"/>
          </a:xfrm>
        </p:spPr>
        <p:txBody>
          <a:bodyPr anchor="b">
            <a:normAutofit/>
          </a:bodyPr>
          <a:lstStyle/>
          <a:p>
            <a:pPr algn="r"/>
            <a:r>
              <a:rPr lang="pl-PL" sz="3000" dirty="0" smtClean="0">
                <a:solidFill>
                  <a:srgbClr val="3C3C4C"/>
                </a:solidFill>
                <a:latin typeface="Adagio_Slab Medium" panose="00000600000000000000" pitchFamily="50" charset="-18"/>
              </a:rPr>
              <a:t/>
            </a:r>
            <a:br>
              <a:rPr lang="pl-PL" sz="3000" dirty="0" smtClean="0">
                <a:solidFill>
                  <a:srgbClr val="3C3C4C"/>
                </a:solidFill>
                <a:latin typeface="Adagio_Slab Medium" panose="00000600000000000000" pitchFamily="50" charset="-18"/>
              </a:rPr>
            </a:br>
            <a:r>
              <a:rPr lang="pl-PL" sz="3200" dirty="0" smtClean="0">
                <a:solidFill>
                  <a:srgbClr val="3C3C4C"/>
                </a:solidFill>
              </a:rPr>
              <a:t>Imię i </a:t>
            </a:r>
            <a:r>
              <a:rPr lang="pl-PL" sz="3200" dirty="0">
                <a:solidFill>
                  <a:srgbClr val="3C3C4C"/>
                </a:solidFill>
              </a:rPr>
              <a:t>Nazwisko</a:t>
            </a:r>
            <a:br>
              <a:rPr lang="pl-PL" sz="3200" dirty="0">
                <a:solidFill>
                  <a:srgbClr val="3C3C4C"/>
                </a:solidFill>
              </a:rPr>
            </a:br>
            <a:r>
              <a:rPr lang="pl-PL" sz="3200" dirty="0">
                <a:solidFill>
                  <a:srgbClr val="3C3C4C"/>
                </a:solidFill>
              </a:rPr>
              <a:t>Wydział</a:t>
            </a:r>
            <a:br>
              <a:rPr lang="pl-PL" sz="3200" dirty="0">
                <a:solidFill>
                  <a:srgbClr val="3C3C4C"/>
                </a:solidFill>
              </a:rPr>
            </a:br>
            <a:r>
              <a:rPr lang="pl-PL" sz="3200" dirty="0">
                <a:solidFill>
                  <a:srgbClr val="3C3C4C"/>
                </a:solidFill>
              </a:rPr>
              <a:t>Kierunek i rok </a:t>
            </a:r>
            <a:r>
              <a:rPr lang="pl-PL" sz="3200" dirty="0" smtClean="0">
                <a:solidFill>
                  <a:srgbClr val="3C3C4C"/>
                </a:solidFill>
              </a:rPr>
              <a:t>studiów</a:t>
            </a:r>
            <a:endParaRPr lang="pl-PL" sz="3000" dirty="0">
              <a:solidFill>
                <a:srgbClr val="3C3C4C"/>
              </a:solidFill>
            </a:endParaRPr>
          </a:p>
        </p:txBody>
      </p:sp>
      <p:pic>
        <p:nvPicPr>
          <p:cNvPr id="6" name="Picture 2" descr="image2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548680"/>
            <a:ext cx="2160240" cy="721964"/>
          </a:xfrm>
          <a:prstGeom prst="rect">
            <a:avLst/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</p:pic>
      <p:sp>
        <p:nvSpPr>
          <p:cNvPr id="3" name="Prostokąt 2"/>
          <p:cNvSpPr/>
          <p:nvPr/>
        </p:nvSpPr>
        <p:spPr>
          <a:xfrm>
            <a:off x="4932040" y="1844824"/>
            <a:ext cx="3384376" cy="410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543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7"/>
          <p:cNvSpPr txBox="1"/>
          <p:nvPr/>
        </p:nvSpPr>
        <p:spPr>
          <a:xfrm>
            <a:off x="251520" y="188640"/>
            <a:ext cx="84249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dirty="0">
              <a:solidFill>
                <a:srgbClr val="6ABA9C"/>
              </a:solidFill>
              <a:latin typeface="Adagio_Slab SemiBold" pitchFamily="50" charset="-18"/>
            </a:endParaRPr>
          </a:p>
          <a:p>
            <a:r>
              <a:rPr lang="pl-PL" sz="3200" b="1" dirty="0" smtClean="0">
                <a:solidFill>
                  <a:srgbClr val="7896CF"/>
                </a:solidFill>
                <a:latin typeface="Calibri" charset="0"/>
                <a:ea typeface="Calibri" charset="0"/>
                <a:cs typeface="Calibri" charset="0"/>
              </a:rPr>
              <a:t>Wydarzenia politechniczne</a:t>
            </a:r>
            <a:endParaRPr lang="pl-PL" sz="3200" b="1" dirty="0">
              <a:solidFill>
                <a:srgbClr val="7896CF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" name="Symbol zastępczy zawartości 2"/>
          <p:cNvSpPr txBox="1">
            <a:spLocks/>
          </p:cNvSpPr>
          <p:nvPr/>
        </p:nvSpPr>
        <p:spPr>
          <a:xfrm>
            <a:off x="251520" y="1727771"/>
            <a:ext cx="4104456" cy="43655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l-PL" dirty="0"/>
              <a:t>Wykaz wydarzeń politechnicznych (organizowanych na terenie PW, przez jedną z jednostek PW) promujących naukę, w których kandydatka/kandydat brała/brał CZYNNY, OSOBISTY udział.</a:t>
            </a:r>
          </a:p>
          <a:p>
            <a:endParaRPr lang="pl-PL" dirty="0" smtClean="0"/>
          </a:p>
          <a:p>
            <a:r>
              <a:rPr lang="pl-PL" dirty="0" smtClean="0"/>
              <a:t>Data</a:t>
            </a:r>
            <a:r>
              <a:rPr lang="pl-PL" dirty="0"/>
              <a:t>, Miejsce, </a:t>
            </a:r>
            <a:r>
              <a:rPr lang="pl-PL" dirty="0" smtClean="0"/>
              <a:t>Krótki </a:t>
            </a:r>
            <a:r>
              <a:rPr lang="pl-PL" dirty="0"/>
              <a:t>opis wykonywanych </a:t>
            </a:r>
            <a:r>
              <a:rPr lang="pl-PL" dirty="0" smtClean="0"/>
              <a:t>działań</a:t>
            </a:r>
            <a:endParaRPr lang="pl-PL" dirty="0"/>
          </a:p>
          <a:p>
            <a:pPr marL="285750" indent="-285750" algn="just">
              <a:buClr>
                <a:srgbClr val="7896CF"/>
              </a:buClr>
              <a:buFont typeface="Wingdings" charset="2"/>
              <a:buChar char="q"/>
              <a:defRPr/>
            </a:pPr>
            <a:endParaRPr lang="pl-PL" dirty="0" smtClean="0">
              <a:solidFill>
                <a:srgbClr val="3C3C4C"/>
              </a:solidFill>
              <a:latin typeface="Adagio_Slab" pitchFamily="50" charset="-18"/>
            </a:endParaRPr>
          </a:p>
          <a:p>
            <a:pPr marL="285750" indent="-285750" algn="just">
              <a:buClr>
                <a:srgbClr val="7896CF"/>
              </a:buClr>
              <a:buFont typeface="Wingdings" charset="2"/>
              <a:buChar char="q"/>
              <a:defRPr/>
            </a:pPr>
            <a:endParaRPr lang="pl-PL" dirty="0" smtClean="0">
              <a:solidFill>
                <a:srgbClr val="3C3C4C"/>
              </a:solidFill>
              <a:latin typeface="Adagio_Slab" pitchFamily="50" charset="-18"/>
            </a:endParaRPr>
          </a:p>
          <a:p>
            <a:pPr marL="285750" indent="-285750" algn="just">
              <a:buClr>
                <a:srgbClr val="7896CF"/>
              </a:buClr>
              <a:buFont typeface="Wingdings" charset="2"/>
              <a:buChar char="q"/>
              <a:defRPr/>
            </a:pPr>
            <a:endParaRPr lang="pl-PL" dirty="0" smtClean="0">
              <a:solidFill>
                <a:srgbClr val="3C3C4C"/>
              </a:solidFill>
              <a:latin typeface="Adagio_Slab" pitchFamily="50" charset="-18"/>
            </a:endParaRPr>
          </a:p>
          <a:p>
            <a:pPr marL="285750" indent="-285750" algn="just">
              <a:buClr>
                <a:srgbClr val="6ABA9C"/>
              </a:buClr>
              <a:buFont typeface="Wingdings" charset="2"/>
              <a:buChar char="q"/>
              <a:defRPr/>
            </a:pPr>
            <a:endParaRPr lang="pl-PL" dirty="0">
              <a:solidFill>
                <a:srgbClr val="3C3C4C"/>
              </a:solidFill>
              <a:latin typeface="Adagio_Slab" pitchFamily="50" charset="-18"/>
            </a:endParaRPr>
          </a:p>
        </p:txBody>
      </p:sp>
      <p:sp>
        <p:nvSpPr>
          <p:cNvPr id="4" name="Prostokąt 3"/>
          <p:cNvSpPr/>
          <p:nvPr/>
        </p:nvSpPr>
        <p:spPr>
          <a:xfrm>
            <a:off x="4932040" y="1844824"/>
            <a:ext cx="3384376" cy="4104456"/>
          </a:xfrm>
          <a:prstGeom prst="rect">
            <a:avLst/>
          </a:prstGeom>
          <a:solidFill>
            <a:srgbClr val="7896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oleTekstowe 1"/>
          <p:cNvSpPr txBox="1"/>
          <p:nvPr/>
        </p:nvSpPr>
        <p:spPr>
          <a:xfrm>
            <a:off x="5148064" y="2060848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>
                <a:solidFill>
                  <a:srgbClr val="3C3C4C"/>
                </a:solidFill>
              </a:rPr>
              <a:t>Zdjęcie/a kandydata podczas wydarzenia/wydarzeń</a:t>
            </a:r>
            <a:endParaRPr lang="pl-PL" dirty="0">
              <a:solidFill>
                <a:srgbClr val="3C3C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09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7"/>
          <p:cNvSpPr txBox="1"/>
          <p:nvPr/>
        </p:nvSpPr>
        <p:spPr>
          <a:xfrm>
            <a:off x="251520" y="188640"/>
            <a:ext cx="84249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dirty="0">
              <a:solidFill>
                <a:srgbClr val="6ABA9C"/>
              </a:solidFill>
              <a:latin typeface="Adagio_Slab SemiBold" pitchFamily="50" charset="-18"/>
            </a:endParaRPr>
          </a:p>
          <a:p>
            <a:r>
              <a:rPr lang="pl-PL" sz="3200" b="1" dirty="0" smtClean="0">
                <a:solidFill>
                  <a:srgbClr val="7896CF"/>
                </a:solidFill>
                <a:latin typeface="Calibri" charset="0"/>
                <a:ea typeface="Calibri" charset="0"/>
                <a:cs typeface="Calibri" charset="0"/>
              </a:rPr>
              <a:t>Wydarzenia poza politechniczne</a:t>
            </a:r>
            <a:endParaRPr lang="pl-PL" sz="3200" b="1" dirty="0">
              <a:solidFill>
                <a:srgbClr val="7896CF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" name="Symbol zastępczy zawartości 2"/>
          <p:cNvSpPr txBox="1">
            <a:spLocks/>
          </p:cNvSpPr>
          <p:nvPr/>
        </p:nvSpPr>
        <p:spPr>
          <a:xfrm>
            <a:off x="251520" y="1727771"/>
            <a:ext cx="4104456" cy="43655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l-PL" dirty="0"/>
              <a:t>Wykaz wydarzeń poza politechnicznych promujących naukę, w których kandydatka/kandydat brała/brał CZYNNY, OSOBISTY udział.</a:t>
            </a:r>
          </a:p>
          <a:p>
            <a:r>
              <a:rPr lang="pl-PL" dirty="0"/>
              <a:t> </a:t>
            </a:r>
            <a:endParaRPr lang="pl-PL" dirty="0" smtClean="0"/>
          </a:p>
          <a:p>
            <a:r>
              <a:rPr lang="pl-PL" dirty="0" smtClean="0"/>
              <a:t>Data</a:t>
            </a:r>
            <a:r>
              <a:rPr lang="pl-PL" dirty="0"/>
              <a:t>, Miejsce, </a:t>
            </a:r>
            <a:r>
              <a:rPr lang="pl-PL" dirty="0" smtClean="0"/>
              <a:t>Krótki </a:t>
            </a:r>
            <a:r>
              <a:rPr lang="pl-PL" dirty="0"/>
              <a:t>opis wykonywanych działań</a:t>
            </a:r>
          </a:p>
          <a:p>
            <a:pPr marL="285750" indent="-285750" algn="just">
              <a:buClr>
                <a:srgbClr val="7896CF"/>
              </a:buClr>
              <a:buFont typeface="Wingdings" charset="2"/>
              <a:buChar char="q"/>
              <a:defRPr/>
            </a:pPr>
            <a:endParaRPr lang="pl-PL" dirty="0" smtClean="0">
              <a:solidFill>
                <a:srgbClr val="3C3C4C"/>
              </a:solidFill>
              <a:latin typeface="Adagio_Slab" pitchFamily="50" charset="-18"/>
            </a:endParaRPr>
          </a:p>
          <a:p>
            <a:pPr marL="285750" indent="-285750" algn="just">
              <a:buClr>
                <a:srgbClr val="7896CF"/>
              </a:buClr>
              <a:buFont typeface="Wingdings" charset="2"/>
              <a:buChar char="q"/>
              <a:defRPr/>
            </a:pPr>
            <a:endParaRPr lang="pl-PL" dirty="0" smtClean="0">
              <a:solidFill>
                <a:srgbClr val="3C3C4C"/>
              </a:solidFill>
              <a:latin typeface="Adagio_Slab" pitchFamily="50" charset="-18"/>
            </a:endParaRPr>
          </a:p>
          <a:p>
            <a:pPr marL="285750" indent="-285750" algn="just">
              <a:buClr>
                <a:srgbClr val="7896CF"/>
              </a:buClr>
              <a:buFont typeface="Wingdings" charset="2"/>
              <a:buChar char="q"/>
              <a:defRPr/>
            </a:pPr>
            <a:endParaRPr lang="pl-PL" dirty="0" smtClean="0">
              <a:solidFill>
                <a:srgbClr val="3C3C4C"/>
              </a:solidFill>
              <a:latin typeface="Adagio_Slab" pitchFamily="50" charset="-18"/>
            </a:endParaRPr>
          </a:p>
          <a:p>
            <a:pPr marL="285750" indent="-285750" algn="just">
              <a:buClr>
                <a:srgbClr val="6ABA9C"/>
              </a:buClr>
              <a:buFont typeface="Wingdings" charset="2"/>
              <a:buChar char="q"/>
              <a:defRPr/>
            </a:pPr>
            <a:endParaRPr lang="pl-PL" dirty="0">
              <a:solidFill>
                <a:srgbClr val="3C3C4C"/>
              </a:solidFill>
              <a:latin typeface="Adagio_Slab" pitchFamily="50" charset="-18"/>
            </a:endParaRPr>
          </a:p>
        </p:txBody>
      </p:sp>
      <p:sp>
        <p:nvSpPr>
          <p:cNvPr id="4" name="Prostokąt 3"/>
          <p:cNvSpPr/>
          <p:nvPr/>
        </p:nvSpPr>
        <p:spPr>
          <a:xfrm>
            <a:off x="4932040" y="1844824"/>
            <a:ext cx="3384376" cy="4104456"/>
          </a:xfrm>
          <a:prstGeom prst="rect">
            <a:avLst/>
          </a:prstGeom>
          <a:solidFill>
            <a:srgbClr val="7896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oleTekstowe 1"/>
          <p:cNvSpPr txBox="1"/>
          <p:nvPr/>
        </p:nvSpPr>
        <p:spPr>
          <a:xfrm>
            <a:off x="5148064" y="2060848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>
                <a:solidFill>
                  <a:srgbClr val="3C3C4C"/>
                </a:solidFill>
              </a:rPr>
              <a:t>Zdjęcie/a kandydata podczas wydarzenia/wydarzeń</a:t>
            </a:r>
            <a:endParaRPr lang="pl-PL" dirty="0">
              <a:solidFill>
                <a:srgbClr val="3C3C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99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7"/>
          <p:cNvSpPr txBox="1"/>
          <p:nvPr/>
        </p:nvSpPr>
        <p:spPr>
          <a:xfrm>
            <a:off x="251520" y="188640"/>
            <a:ext cx="84249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dirty="0">
              <a:solidFill>
                <a:srgbClr val="6ABA9C"/>
              </a:solidFill>
              <a:latin typeface="Adagio_Slab SemiBold" pitchFamily="50" charset="-18"/>
            </a:endParaRPr>
          </a:p>
          <a:p>
            <a:r>
              <a:rPr lang="pl-PL" sz="3200" b="1" dirty="0" smtClean="0">
                <a:solidFill>
                  <a:srgbClr val="7896CF"/>
                </a:solidFill>
                <a:latin typeface="Calibri" charset="0"/>
                <a:ea typeface="Calibri" charset="0"/>
                <a:cs typeface="Calibri" charset="0"/>
              </a:rPr>
              <a:t>Zajęcia/warsztaty dla dzieci lub młodzieży</a:t>
            </a:r>
            <a:endParaRPr lang="pl-PL" sz="3200" b="1" dirty="0">
              <a:solidFill>
                <a:srgbClr val="7896CF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" name="Symbol zastępczy zawartości 2"/>
          <p:cNvSpPr txBox="1">
            <a:spLocks/>
          </p:cNvSpPr>
          <p:nvPr/>
        </p:nvSpPr>
        <p:spPr>
          <a:xfrm>
            <a:off x="251520" y="1727771"/>
            <a:ext cx="4104456" cy="43655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l-PL" dirty="0"/>
              <a:t>Wykaz zajęć/warsztatów prowadzonych dla dzieci lub młodzieży na Politechnice lub poza </a:t>
            </a:r>
            <a:r>
              <a:rPr lang="pl-PL" dirty="0" smtClean="0"/>
              <a:t>nią.</a:t>
            </a:r>
          </a:p>
          <a:p>
            <a:r>
              <a:rPr lang="pl-PL" dirty="0"/>
              <a:t> </a:t>
            </a:r>
            <a:endParaRPr lang="pl-PL" dirty="0" smtClean="0"/>
          </a:p>
          <a:p>
            <a:r>
              <a:rPr lang="pl-PL" dirty="0" smtClean="0"/>
              <a:t>Data</a:t>
            </a:r>
            <a:r>
              <a:rPr lang="pl-PL" dirty="0"/>
              <a:t>, Miejsce, </a:t>
            </a:r>
            <a:r>
              <a:rPr lang="pl-PL" dirty="0" smtClean="0"/>
              <a:t>Krótki </a:t>
            </a:r>
            <a:r>
              <a:rPr lang="pl-PL" dirty="0"/>
              <a:t>opis wykonywanych działań</a:t>
            </a:r>
          </a:p>
          <a:p>
            <a:pPr marL="285750" indent="-285750" algn="just">
              <a:buClr>
                <a:srgbClr val="7896CF"/>
              </a:buClr>
              <a:buFont typeface="Wingdings" charset="2"/>
              <a:buChar char="q"/>
              <a:defRPr/>
            </a:pPr>
            <a:endParaRPr lang="pl-PL" dirty="0" smtClean="0">
              <a:solidFill>
                <a:srgbClr val="3C3C4C"/>
              </a:solidFill>
              <a:latin typeface="Adagio_Slab" pitchFamily="50" charset="-18"/>
            </a:endParaRPr>
          </a:p>
          <a:p>
            <a:pPr marL="285750" indent="-285750" algn="just">
              <a:buClr>
                <a:srgbClr val="7896CF"/>
              </a:buClr>
              <a:buFont typeface="Wingdings" charset="2"/>
              <a:buChar char="q"/>
              <a:defRPr/>
            </a:pPr>
            <a:endParaRPr lang="pl-PL" dirty="0" smtClean="0">
              <a:solidFill>
                <a:srgbClr val="3C3C4C"/>
              </a:solidFill>
              <a:latin typeface="Adagio_Slab" pitchFamily="50" charset="-18"/>
            </a:endParaRPr>
          </a:p>
          <a:p>
            <a:pPr marL="285750" indent="-285750" algn="just">
              <a:buClr>
                <a:srgbClr val="7896CF"/>
              </a:buClr>
              <a:buFont typeface="Wingdings" charset="2"/>
              <a:buChar char="q"/>
              <a:defRPr/>
            </a:pPr>
            <a:endParaRPr lang="pl-PL" dirty="0" smtClean="0">
              <a:solidFill>
                <a:srgbClr val="3C3C4C"/>
              </a:solidFill>
              <a:latin typeface="Adagio_Slab" pitchFamily="50" charset="-18"/>
            </a:endParaRPr>
          </a:p>
          <a:p>
            <a:pPr marL="285750" indent="-285750" algn="just">
              <a:buClr>
                <a:srgbClr val="6ABA9C"/>
              </a:buClr>
              <a:buFont typeface="Wingdings" charset="2"/>
              <a:buChar char="q"/>
              <a:defRPr/>
            </a:pPr>
            <a:endParaRPr lang="pl-PL" dirty="0">
              <a:solidFill>
                <a:srgbClr val="3C3C4C"/>
              </a:solidFill>
              <a:latin typeface="Adagio_Slab" pitchFamily="50" charset="-18"/>
            </a:endParaRPr>
          </a:p>
        </p:txBody>
      </p:sp>
      <p:sp>
        <p:nvSpPr>
          <p:cNvPr id="4" name="Prostokąt 3"/>
          <p:cNvSpPr/>
          <p:nvPr/>
        </p:nvSpPr>
        <p:spPr>
          <a:xfrm>
            <a:off x="4932040" y="1844824"/>
            <a:ext cx="3384376" cy="4104456"/>
          </a:xfrm>
          <a:prstGeom prst="rect">
            <a:avLst/>
          </a:prstGeom>
          <a:solidFill>
            <a:srgbClr val="7896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oleTekstowe 1"/>
          <p:cNvSpPr txBox="1"/>
          <p:nvPr/>
        </p:nvSpPr>
        <p:spPr>
          <a:xfrm>
            <a:off x="5148064" y="2060848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>
                <a:solidFill>
                  <a:srgbClr val="3C3C4C"/>
                </a:solidFill>
              </a:rPr>
              <a:t>Zdjęcie/a kandydata podczas wydarzenia/wydarzeń</a:t>
            </a:r>
            <a:endParaRPr lang="pl-PL" dirty="0">
              <a:solidFill>
                <a:srgbClr val="3C3C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198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7"/>
          <p:cNvSpPr txBox="1"/>
          <p:nvPr/>
        </p:nvSpPr>
        <p:spPr>
          <a:xfrm>
            <a:off x="251520" y="188640"/>
            <a:ext cx="84249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dirty="0">
              <a:solidFill>
                <a:srgbClr val="6ABA9C"/>
              </a:solidFill>
              <a:latin typeface="Adagio_Slab SemiBold" pitchFamily="50" charset="-18"/>
            </a:endParaRPr>
          </a:p>
          <a:p>
            <a:r>
              <a:rPr lang="pl-PL" sz="3200" b="1" dirty="0" smtClean="0">
                <a:solidFill>
                  <a:srgbClr val="7896CF"/>
                </a:solidFill>
                <a:latin typeface="Calibri" charset="0"/>
                <a:ea typeface="Calibri" charset="0"/>
                <a:cs typeface="Calibri" charset="0"/>
              </a:rPr>
              <a:t>Inne osiągnięcia na polu promocji uczelni </a:t>
            </a:r>
            <a:endParaRPr lang="pl-PL" sz="3200" b="1" dirty="0">
              <a:solidFill>
                <a:srgbClr val="7896CF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" name="Symbol zastępczy zawartości 2"/>
          <p:cNvSpPr txBox="1">
            <a:spLocks/>
          </p:cNvSpPr>
          <p:nvPr/>
        </p:nvSpPr>
        <p:spPr>
          <a:xfrm>
            <a:off x="251520" y="1727771"/>
            <a:ext cx="4104456" cy="43655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l-PL" dirty="0" smtClean="0"/>
              <a:t>Data</a:t>
            </a:r>
            <a:r>
              <a:rPr lang="pl-PL" dirty="0"/>
              <a:t>, Miejsce, </a:t>
            </a:r>
            <a:r>
              <a:rPr lang="pl-PL" dirty="0" smtClean="0"/>
              <a:t>Krótki opis.</a:t>
            </a:r>
            <a:endParaRPr lang="pl-PL" dirty="0" smtClean="0">
              <a:solidFill>
                <a:srgbClr val="3C3C4C"/>
              </a:solidFill>
              <a:latin typeface="Adagio_Slab" pitchFamily="50" charset="-18"/>
            </a:endParaRPr>
          </a:p>
          <a:p>
            <a:pPr marL="285750" indent="-285750" algn="just">
              <a:buClr>
                <a:srgbClr val="7896CF"/>
              </a:buClr>
              <a:buFont typeface="Wingdings" charset="2"/>
              <a:buChar char="q"/>
              <a:defRPr/>
            </a:pPr>
            <a:endParaRPr lang="pl-PL" dirty="0" smtClean="0">
              <a:solidFill>
                <a:srgbClr val="3C3C4C"/>
              </a:solidFill>
              <a:latin typeface="Adagio_Slab" pitchFamily="50" charset="-18"/>
            </a:endParaRPr>
          </a:p>
          <a:p>
            <a:pPr marL="285750" indent="-285750" algn="just">
              <a:buClr>
                <a:srgbClr val="7896CF"/>
              </a:buClr>
              <a:buFont typeface="Wingdings" charset="2"/>
              <a:buChar char="q"/>
              <a:defRPr/>
            </a:pPr>
            <a:endParaRPr lang="pl-PL" dirty="0" smtClean="0">
              <a:solidFill>
                <a:srgbClr val="3C3C4C"/>
              </a:solidFill>
              <a:latin typeface="Adagio_Slab" pitchFamily="50" charset="-18"/>
            </a:endParaRPr>
          </a:p>
          <a:p>
            <a:pPr marL="285750" indent="-285750" algn="just">
              <a:buClr>
                <a:srgbClr val="6ABA9C"/>
              </a:buClr>
              <a:buFont typeface="Wingdings" charset="2"/>
              <a:buChar char="q"/>
              <a:defRPr/>
            </a:pPr>
            <a:endParaRPr lang="pl-PL" dirty="0">
              <a:solidFill>
                <a:srgbClr val="3C3C4C"/>
              </a:solidFill>
              <a:latin typeface="Adagio_Slab" pitchFamily="50" charset="-18"/>
            </a:endParaRPr>
          </a:p>
        </p:txBody>
      </p:sp>
      <p:sp>
        <p:nvSpPr>
          <p:cNvPr id="4" name="Prostokąt 3"/>
          <p:cNvSpPr/>
          <p:nvPr/>
        </p:nvSpPr>
        <p:spPr>
          <a:xfrm>
            <a:off x="4932040" y="1844824"/>
            <a:ext cx="3384376" cy="4104456"/>
          </a:xfrm>
          <a:prstGeom prst="rect">
            <a:avLst/>
          </a:prstGeom>
          <a:solidFill>
            <a:srgbClr val="7896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oleTekstowe 1"/>
          <p:cNvSpPr txBox="1"/>
          <p:nvPr/>
        </p:nvSpPr>
        <p:spPr>
          <a:xfrm>
            <a:off x="5148064" y="2060848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>
                <a:solidFill>
                  <a:srgbClr val="3C3C4C"/>
                </a:solidFill>
              </a:rPr>
              <a:t>Zdjęcie/a</a:t>
            </a:r>
            <a:endParaRPr lang="pl-PL" dirty="0">
              <a:solidFill>
                <a:srgbClr val="3C3C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219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96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symbol_PL_bial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88224" y="884837"/>
            <a:ext cx="2330709" cy="5088327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469776" y="2492896"/>
            <a:ext cx="6694512" cy="1470025"/>
          </a:xfrm>
        </p:spPr>
        <p:txBody>
          <a:bodyPr>
            <a:normAutofit/>
          </a:bodyPr>
          <a:lstStyle/>
          <a:p>
            <a:pPr algn="l"/>
            <a:r>
              <a:rPr lang="pl-PL" sz="3000" dirty="0" smtClean="0">
                <a:solidFill>
                  <a:srgbClr val="3C3C4C"/>
                </a:solidFill>
                <a:latin typeface="Adagio_Slab Medium" panose="00000600000000000000" pitchFamily="50" charset="-18"/>
              </a:rPr>
              <a:t>Kontakt do zgłaszającego</a:t>
            </a:r>
            <a:endParaRPr lang="pl-PL" sz="3000" dirty="0">
              <a:solidFill>
                <a:srgbClr val="3C3C4C"/>
              </a:solidFill>
              <a:latin typeface="Adagio_Slab Medium" panose="00000600000000000000" pitchFamily="50" charset="-18"/>
            </a:endParaRPr>
          </a:p>
        </p:txBody>
      </p:sp>
      <p:pic>
        <p:nvPicPr>
          <p:cNvPr id="6" name="Picture 2" descr="image2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548680"/>
            <a:ext cx="2160240" cy="721964"/>
          </a:xfrm>
          <a:prstGeom prst="rect">
            <a:avLst/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2400447095"/>
      </p:ext>
    </p:extLst>
  </p:cSld>
  <p:clrMapOvr>
    <a:masterClrMapping/>
  </p:clrMapOvr>
</p:sld>
</file>

<file path=ppt/theme/theme1.xml><?xml version="1.0" encoding="utf-8"?>
<a:theme xmlns:a="http://schemas.openxmlformats.org/drawingml/2006/main" name="1_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12397</TotalTime>
  <Words>111</Words>
  <Application>Microsoft Macintosh PowerPoint</Application>
  <PresentationFormat>Pokaz na ekranie (4:3)</PresentationFormat>
  <Paragraphs>37</Paragraphs>
  <Slides>7</Slides>
  <Notes>5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4" baseType="lpstr">
      <vt:lpstr>Adagio_Slab</vt:lpstr>
      <vt:lpstr>Adagio_Slab Medium</vt:lpstr>
      <vt:lpstr>Adagio_Slab SemiBold</vt:lpstr>
      <vt:lpstr>Calibri</vt:lpstr>
      <vt:lpstr>Wingdings</vt:lpstr>
      <vt:lpstr>Arial</vt:lpstr>
      <vt:lpstr>1_Motyw pakietu Office</vt:lpstr>
      <vt:lpstr>Stypendium pod choinkę  zgłoszenie</vt:lpstr>
      <vt:lpstr> Imię i Nazwisko Wydział Kierunek i rok studiów</vt:lpstr>
      <vt:lpstr>Prezentacja programu PowerPoint</vt:lpstr>
      <vt:lpstr>Prezentacja programu PowerPoint</vt:lpstr>
      <vt:lpstr>Prezentacja programu PowerPoint</vt:lpstr>
      <vt:lpstr>Prezentacja programu PowerPoint</vt:lpstr>
      <vt:lpstr>Kontakt do zgłaszającego</vt:lpstr>
    </vt:vector>
  </TitlesOfParts>
  <Company>Politechika Warszawska</Company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Marka Politechniki Warszawskiej podsumowanie prac</dc:title>
  <dc:creator>Anna</dc:creator>
  <cp:lastModifiedBy>Użytkownik Microsoft Office</cp:lastModifiedBy>
  <cp:revision>1118</cp:revision>
  <cp:lastPrinted>2017-06-22T09:10:52Z</cp:lastPrinted>
  <dcterms:created xsi:type="dcterms:W3CDTF">2016-11-04T08:28:24Z</dcterms:created>
  <dcterms:modified xsi:type="dcterms:W3CDTF">2020-10-14T12:42:45Z</dcterms:modified>
</cp:coreProperties>
</file>